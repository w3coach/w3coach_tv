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W3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CADCFC"/>
                </a:solidFill>
              </a:rPr>
              <a:t>COACH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200" kern="0" dirty="0">
                <a:solidFill>
                  <a:srgbClr val="4A90D9"/>
                </a:solidFill>
              </a:rPr>
              <a:t>TV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Professionelle Kiosk-Lösung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für Google TV Streamer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0" y="2834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Sichere, wartbare und datenschutzkonforme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Digital-Signage-Plattform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40233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Version 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Überblick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Kiosk-Modus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73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Device Owner,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Lock Task Mode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Datenschutz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673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Kein Google-Konto,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keine Telemetrie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4300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307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Auto-Update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1673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Silent Install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via GitHub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10896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WireGuard VPN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Nativ integriert,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Split-Tunnel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310896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6908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Fernwartung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scrcpy über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verschlüsselten VPN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10896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3108960"/>
            <a:ext cx="2743200" cy="16916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4088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Konfiguration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PIN-geschütztes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Kontextmenü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3108960"/>
            <a:ext cx="64008" cy="1691640"/>
          </a:xfrm>
          <a:prstGeom prst="rect">
            <a:avLst/>
          </a:prstGeom>
          <a:solidFill>
            <a:srgbClr val="4A90D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Sicherheit &amp; Datenschutz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ELIMINIERT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❌  Google-Konto auf dem Gerät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❌  Play Store Telemetrie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❌  Personalisierungsdaten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❌  Unkontrollierte App-Updates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❌  Externe Fernwartungsserver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05156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KONTROLLIERT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✅  OTA System-Updates (Google)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✅  Auto-Update via GitHub Releases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✅  WireGuard VPN (eigene Infrastruktur)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✅  scrcpy Fernwartung (lokal/VPN)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657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✅  Alle Daten auf eigenen Servern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4840" y="1051560"/>
            <a:ext cx="0" cy="38404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Technische Architektur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WebView Kiosk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43000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0515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Vollbild-Browser · D-Pad Navigation · 3 konfigurierbare URLs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196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Kiosk-Management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911096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8196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Device Owner · Lock Task Mode · Persistent Home Activity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Auto-Update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2679192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5877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 Releases API · Silent PackageInstaller · Konfigurierbares Intervall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558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WireGuard VPN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3447288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3558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Native GoBackend · Split-Tunnel · Kein externer Dienst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1239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Android 13+ (API 33)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4215384"/>
            <a:ext cx="0" cy="47548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12394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TV Streamer · Kirkwood SoC · 1080p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Bedienung &amp; Menüstruktur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474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Fernbedienung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4630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OK (kurz)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Klick in WebApp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14630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OK (lang)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029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Kontextmenü öffnen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14630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054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505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URL wechseln (1→2→3→1)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14630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980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D-Pad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980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Scrollen in WebApp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1051560"/>
            <a:ext cx="44805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051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Menüstruktur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15727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Hauptmenü (frei zugänglich)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0482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Zoom · Auto-Update · VPN · Info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5237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System  🔒 (PIN-geschützt)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999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URL 1/2/3 · VPN-Konfig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474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Systemeinstellungen · Neustart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1051560"/>
            <a:ext cx="0" cy="38404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Fernwartung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VPN aktivieren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Nutzer öffnet Kontextmenü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VPN verbinden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600200"/>
            <a:ext cx="3657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1430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Tunnel aufgebaut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WireGuard verbindet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zum eigenen VPN-Server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657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1430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scrcpy starten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Techniker verbindet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 scrcpy --tcpip=10.0.0.3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600200"/>
            <a:ext cx="3657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1430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Fernzugriff aktiv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Vollständige Steuerung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 TV-Geräts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74720"/>
            <a:ext cx="64008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Technische Details  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Protokoll: WireGuard (ChaCha20-Poly1305)  ·  Split-Tunnel: nur 10.0.0.0/24 durch VPN  ·  Bildschirmspiegelung: scrcpy 4.0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Kein externer Dienst  ·  Eigene VPN-Infrastruktur  ·  Auditierbar &amp; Open Source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 &amp; Updates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Erstinstallation (~10 Min.)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① Setup-Wizard durchlaufen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② Entwickleroptionen aktivieren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③ Google-Konto entfernen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④ APK per ADB installieren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⑤ Device Owner setzen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⑥ App startet → Konfiguration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393192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Auto-Update (vollautomatisch)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① GitHub Release erstellen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29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② Alle Geräte prüfen automatisch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③ APK wird heruntergeladen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④ Silent Install im Hintergrund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⑤ Neustart aktiviert neue 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⑥ Konfigurierbar: 1–24 Stunden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1051560"/>
            <a:ext cx="0" cy="29260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572000"/>
            <a:ext cx="64008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Skalierung: Ausgelegt für 50–70 Geräte · Kein Mobile Device Management erforderlich · Kein Play Store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W3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CADCFC"/>
                </a:solidFill>
              </a:rPr>
              <a:t>COACH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200" kern="0" dirty="0">
                <a:solidFill>
                  <a:srgbClr val="4A90D9"/>
                </a:solidFill>
              </a:rPr>
              <a:t>TV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Zusammenfassung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18928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Vollständiger Kiosk-Modus (Device Owner)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340864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313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Datenschutz by Design – kein Google-Konto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2761488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7340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Automatische Silent-Updates via GitHub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3182112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3154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WireGuard VPN nativ integriert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3602736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35753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Fernwartung per scrcpy – kein externer Dienst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402336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9959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Ausgelegt für 50–70 Geräte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4443984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4416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Entwickelt in Deutschland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W3Coach TV</dc:title>
  <dc:subject>PptxGenJS Presentation</dc:subject>
  <dc:creator>PptxGenJS</dc:creator>
  <cp:lastModifiedBy>PptxGenJS</cp:lastModifiedBy>
  <cp:revision>1</cp:revision>
  <dcterms:created xsi:type="dcterms:W3CDTF">2026-05-23T14:30:18Z</dcterms:created>
  <dcterms:modified xsi:type="dcterms:W3CDTF">2026-05-23T14:30:18Z</dcterms:modified>
</cp:coreProperties>
</file>